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5CC16-C06A-6C96-3BA9-79951617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AEDEEF-32B4-9919-B0D5-E081C2C87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2C5554-874C-3937-FE14-A50C5EC4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07C340-2150-1CAB-F7D8-987CBC364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B96E54-E589-7146-88A6-1B381AE0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13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62A88E-B90F-E258-889D-FAB4D391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17978C-60DE-32F7-5222-15822AE0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C21BFA-FA11-0A36-282F-060BC7E2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4427B0-BCD1-E2A2-0C7D-4A9E1404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169268-D810-E6CD-4B00-E329C3EE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00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1E2526-7BBB-D68D-0E15-D7C6411D2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AD1EF-41DD-329B-50C8-95ACBF03C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FF50B2-6693-6628-F634-B0AE8245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E51C4A-8E24-408A-791B-10A56CCD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9BCA27-D29E-0A38-D929-A9E3498F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93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1AD88-C520-0546-6A78-B1D1A796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8485C6-7028-275E-07C7-DE9ECCB97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56175C-A8FF-172C-4EB1-F87BE3C18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488163-6366-57AB-7A33-4202AD58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6CA098-1BD6-1E80-D106-02A0166A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BE7009-156C-EDAC-3D37-33C8B6F8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81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DAF1D-0E8F-9E1F-C550-2170A106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095132-4614-6073-E752-B150AA52C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7C07FA-DC7D-D642-1B8D-3F956F5A7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A9D08F1-174D-96F9-C65A-8CC3C7E2D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4C373EB-2316-2A61-38E2-7CCA9902B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5CE74BC-E327-C596-0915-7FFF0385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7870A11-6AD8-4A04-4C67-A9663269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2CD4A2D-39FE-696A-911C-3E1DB952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02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F9B1FC-70DE-BD26-E070-17B3FD56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0122EF-6D65-C579-B64D-7560A9D3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6C0621-EEC6-F8CF-435B-ED7270A1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144985-5251-D810-1C05-78187857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50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2A4539-6231-B900-C2E0-3765367E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10712D-ED2F-AE72-CC98-F3B6E568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C3CD22-99EA-D9A0-D066-27936183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22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9090C-79F8-B707-9F8C-7759FE42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C86CB0-42EE-A174-4E0A-93FA5606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D1E614-257D-AF20-AD3B-46914A80F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D11038-BB69-8821-6077-913C9503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7AB53E-39DA-5738-2ED0-696E76E2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0D8160-8549-B36F-60F4-131FCC4D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77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3619ED-F76C-E66C-5AF7-659853F0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399FF4-FB05-32FF-C195-6D2F4B5CF0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A0A2E4-260A-F749-9B97-6D31FE50E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78F17C-B696-62EF-2A50-1748E4D82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8B9C08-F834-F7A5-891F-6BA8F94A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E939B7-C8B7-EE23-8502-ADD1BCCD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78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5A44C7-BBFC-5EAE-DFFC-B4B2DBC6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5BA080-9307-1279-5C76-5EE489970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530D1B-B614-CFBE-34F4-C76CAD54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1695C8-A229-C6F9-AD26-E52455A0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98439B-183B-BAD4-D182-38032963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17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996ECD-4B8D-CB4A-5ABF-F095D1197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095CE1-A50F-A8FB-E844-E6E27769F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F26A8-A155-8F86-915C-0C01A2C2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1EA20-2083-B8B1-A863-4147B432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72A5F0-53B4-1A91-5DB9-BEADB3DC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58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13FD745-BB98-B82A-07C1-BEDADCB8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AC49DE-CFFA-5FBB-0F94-B2A53B02C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33CEBA-649A-87AC-E9F9-B63E5469D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00AE2-BCF1-4810-936A-37C80B3D8322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2BCA7-64DD-478E-B5CC-05BA1D21A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90D9DB-CDF2-649F-10B9-1468E4DEB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9C69F-DE42-49FD-923F-E138C23092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752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EFE004-6188-AF2C-3B51-88FC58C07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test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CBFDAF-20C1-6AF7-859F-057D0500A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80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山藤　健太郎</dc:creator>
  <cp:lastModifiedBy>健太郎 山藤</cp:lastModifiedBy>
  <cp:revision>1</cp:revision>
  <dcterms:created xsi:type="dcterms:W3CDTF">2026-04-10T08:08:54Z</dcterms:created>
  <dcterms:modified xsi:type="dcterms:W3CDTF">2026-04-10T08:09:24Z</dcterms:modified>
</cp:coreProperties>
</file>